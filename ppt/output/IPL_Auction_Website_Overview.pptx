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Title Fade (0.3s).</a:t>
            </a:r>
          </a:p>
          <a:p>
            <a:r>
              <a:t>Tip: Use a subtle Zoom on the hero line (optional).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Reveal bullets one-by-one (Fade, 0.2s).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Two cards appear (Fade). Then bullets (Fade).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Morph from Title → Home slide (optional).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Fade in screenshot. Then highlight Login/Signup with a rectangle (manual).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 (0.2s). Talk through Budget / Squad / Timer / Passcode.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Mention ‘Watch Live’ for spectators.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Emphasize Host Role modes: Playing / Manager / Paddle.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Show Copy link, WhatsApp share, Start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Explain star favorites + highlight when player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Explain fixed-price pre-picks (icons).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Explain 3-column UI and no-scroll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Explain Base bid, increments, Withdraw, Pass, Purse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Explain host selects acting team then bids.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Explain instant finalize when a highest bid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Explain Join Voice, mute/unmute, host mute.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Appear. Explain team squads + export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Fade in screenshot (0.3s).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Animation: Fade. Add a final click sound (optional).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IPL Auction Platform — Website &amp; Features</a:t>
            </a:r>
          </a:p>
          <a:p>
            <a:pPr algn="l">
              <a:defRPr sz="1600">
                <a:solidFill>
                  <a:srgbClr val="B4BED2"/>
                </a:solidFill>
                <a:latin typeface="Segoe UI"/>
              </a:defRPr>
            </a:pPr>
            <a:r>
              <a:t>Real-time IPL player auction website — feature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972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5F7FF"/>
                </a:solidFill>
                <a:latin typeface="Segoe UI"/>
              </a:defRPr>
            </a:pPr>
            <a:r>
              <a:t>Create a room · Invite friends · Bid live · Build squads · Export results</a:t>
            </a:r>
          </a:p>
          <a:p>
            <a:pPr>
              <a:defRPr sz="1600">
                <a:solidFill>
                  <a:srgbClr val="B4BED2"/>
                </a:solidFill>
                <a:latin typeface="Segoe UI"/>
              </a:defRPr>
            </a:pPr>
            <a:r>
              <a:t>Includes: Manual setup, Paddle mode, Watchlist, Icon picks, Voice room, Spectator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060704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B30"/>
                </a:solidFill>
                <a:latin typeface="Segoe UI"/>
              </a:defRPr>
            </a:pPr>
            <a:r>
              <a:t>What we will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9875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Home flow (Create / Join / Watch Live)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Lobby (invite links, watchlist, icon players)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Auction screen (bidding, chat, host controls)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Paddle mode (host bids for all teams)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SOLD NOW (instant finalize)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Voice room (live audio via WebRTC)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Results + export (PDF)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Key Highlights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5303520" cy="4663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B30"/>
                </a:solidFill>
                <a:latin typeface="Segoe UI"/>
              </a:defRPr>
            </a:pPr>
            <a:r>
              <a:t>Why players love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Real-time bidding (instant sync)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Mobile-friendly responsive UI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Private rooms with passcode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Watchlist + Icon players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Spectator mode (watch live)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Voice chat inside the auction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91640"/>
            <a:ext cx="5029200" cy="4663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465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19202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B30"/>
                </a:solidFill>
                <a:latin typeface="Segoe UI"/>
              </a:defRPr>
            </a:pPr>
            <a:r>
              <a:t>Host power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286000"/>
            <a:ext cx="4389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Manual auction setup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Host Manager mode (manage-only)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Paddle mode (host bids for everyone)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Pause / terminate controls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SOLD NOW to save time</a:t>
            </a:r>
          </a:p>
          <a:p>
            <a:pPr>
              <a:defRPr sz="1800">
                <a:solidFill>
                  <a:srgbClr val="F5F7FF"/>
                </a:solidFill>
                <a:latin typeface="Segoe UI"/>
              </a:defRPr>
            </a:pPr>
            <a:r>
              <a:t>Export results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01. Home (Create / Join)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01_home.png\nFolder: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02. Login / Sign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02_auth.png\nFolder: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03. Create Auction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03_create_settings.png\nFolder: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04. Join Auction + Watch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04_join_watch.png\nFolder: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05. Manual Auction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05_manual_setup.png\nFolder: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06. Lobby (Invite, Teams, Start)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06_lobby.png\nFolder: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07. Watchlist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07_watchlist.png\nFolder: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08. Icon Player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08_icon_pick.png\nFolder: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09. Auction Screen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09_auction_overview.png\nFolder: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10. Bidding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10_bidding_controls.png\nFolder: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11. Paddle Mode (Host bids for all teams)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11_paddle_mode.png\nFolder: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12. SOLD NOW (Host instant finalize)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12_sold_now.png\nFolder: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13. Voice Room in Chat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13_voice_room.png\nFolder: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14. Results +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14_results.png\nFolder: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15. Re-Auction For Unsold Players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607040" cy="4709160"/>
          </a:xfrm>
          <a:prstGeom prst="rect">
            <a:avLst/>
          </a:prstGeom>
          <a:solidFill>
            <a:srgbClr val="00000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5F7FF"/>
                </a:solidFill>
                <a:latin typeface="Segoe UI"/>
              </a:rPr>
              <a:t>Add Screenshot</a:t>
            </a:r>
          </a:p>
          <a:p>
            <a:pPr algn="ctr">
              <a:defRPr sz="1400">
                <a:solidFill>
                  <a:srgbClr val="B4BED2"/>
                </a:solidFill>
                <a:latin typeface="Segoe UI"/>
              </a:defRPr>
            </a:pPr>
            <a:r>
              <a:t>File: 15_reauction.png\nFolder: C:/Users/Tilak/Desktop/ipl_auction/ppt/assets/screenshots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ED2"/>
                </a:solidFill>
                <a:latin typeface="Segoe UI"/>
              </a:defRPr>
            </a:pPr>
            <a:r>
              <a:t>IPL Auction ·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0972800" cy="1097280"/>
          </a:xfrm>
          <a:prstGeom prst="rect">
            <a:avLst/>
          </a:prstGeom>
          <a:solidFill>
            <a:srgbClr val="06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3600" b="1">
                <a:solidFill>
                  <a:srgbClr val="FFCB30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972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CB30"/>
                </a:solidFill>
                <a:latin typeface="Segoe UI"/>
              </a:defRPr>
            </a:pPr>
            <a:r>
              <a:t>Ready to host your next auction?</a:t>
            </a:r>
          </a:p>
          <a:p>
            <a:pPr>
              <a:defRPr sz="2000">
                <a:solidFill>
                  <a:srgbClr val="F5F7FF"/>
                </a:solidFill>
                <a:latin typeface="Segoe UI"/>
              </a:defRPr>
            </a:pPr>
            <a:r>
              <a:t>Open the website → Create room → Share code → Start bidding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